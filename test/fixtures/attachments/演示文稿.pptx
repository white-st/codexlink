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附件验证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PPT-C049-青禾-9462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